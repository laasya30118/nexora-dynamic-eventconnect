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9"/>
  </p:notesMasterIdLst>
  <p:handoutMasterIdLst>
    <p:handoutMasterId r:id="rId20"/>
  </p:handoutMasterIdLst>
  <p:sldIdLst>
    <p:sldId id="261" r:id="rId3"/>
    <p:sldId id="314" r:id="rId4"/>
    <p:sldId id="322" r:id="rId5"/>
    <p:sldId id="323" r:id="rId6"/>
    <p:sldId id="266" r:id="rId7"/>
    <p:sldId id="341" r:id="rId8"/>
    <p:sldId id="342" r:id="rId9"/>
    <p:sldId id="343" r:id="rId10"/>
    <p:sldId id="344" r:id="rId11"/>
    <p:sldId id="345" r:id="rId12"/>
    <p:sldId id="346" r:id="rId13"/>
    <p:sldId id="340" r:id="rId14"/>
    <p:sldId id="349" r:id="rId15"/>
    <p:sldId id="347" r:id="rId16"/>
    <p:sldId id="348"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2" d="100"/>
          <a:sy n="82" d="100"/>
        </p:scale>
        <p:origin x="509" y="221"/>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asya Chowdary Gudavalli" userId="b1c526a8a3c0aa02" providerId="LiveId" clId="{FA5246FC-001F-4AC9-8D39-F6A37757DB13}"/>
    <pc:docChg chg="custSel modSld">
      <pc:chgData name="Laasya Chowdary Gudavalli" userId="b1c526a8a3c0aa02" providerId="LiveId" clId="{FA5246FC-001F-4AC9-8D39-F6A37757DB13}" dt="2026-03-12T03:24:26.441" v="81" actId="1076"/>
      <pc:docMkLst>
        <pc:docMk/>
      </pc:docMkLst>
      <pc:sldChg chg="addSp delSp modSp mod">
        <pc:chgData name="Laasya Chowdary Gudavalli" userId="b1c526a8a3c0aa02" providerId="LiveId" clId="{FA5246FC-001F-4AC9-8D39-F6A37757DB13}" dt="2026-03-12T03:21:30.688" v="54" actId="1076"/>
        <pc:sldMkLst>
          <pc:docMk/>
          <pc:sldMk cId="3431953712" sldId="340"/>
        </pc:sldMkLst>
        <pc:spChg chg="add del mod">
          <ac:chgData name="Laasya Chowdary Gudavalli" userId="b1c526a8a3c0aa02" providerId="LiveId" clId="{FA5246FC-001F-4AC9-8D39-F6A37757DB13}" dt="2026-03-12T03:13:35.218" v="26" actId="478"/>
          <ac:spMkLst>
            <pc:docMk/>
            <pc:sldMk cId="3431953712" sldId="340"/>
            <ac:spMk id="7" creationId="{F5537F4E-7358-E945-E677-3C02B1FA9B2F}"/>
          </ac:spMkLst>
        </pc:spChg>
        <pc:picChg chg="add mod">
          <ac:chgData name="Laasya Chowdary Gudavalli" userId="b1c526a8a3c0aa02" providerId="LiveId" clId="{FA5246FC-001F-4AC9-8D39-F6A37757DB13}" dt="2026-03-12T03:20:49.572" v="44" actId="1076"/>
          <ac:picMkLst>
            <pc:docMk/>
            <pc:sldMk cId="3431953712" sldId="340"/>
            <ac:picMk id="9" creationId="{4CE5ADD2-A289-F933-B15E-CF3AAA30D496}"/>
          </ac:picMkLst>
        </pc:picChg>
        <pc:picChg chg="del">
          <ac:chgData name="Laasya Chowdary Gudavalli" userId="b1c526a8a3c0aa02" providerId="LiveId" clId="{FA5246FC-001F-4AC9-8D39-F6A37757DB13}" dt="2026-03-12T03:13:36.887" v="27" actId="478"/>
          <ac:picMkLst>
            <pc:docMk/>
            <pc:sldMk cId="3431953712" sldId="340"/>
            <ac:picMk id="10" creationId="{E341BD08-C72A-33E6-5552-AEB79604BAE0}"/>
          </ac:picMkLst>
        </pc:picChg>
        <pc:picChg chg="del">
          <ac:chgData name="Laasya Chowdary Gudavalli" userId="b1c526a8a3c0aa02" providerId="LiveId" clId="{FA5246FC-001F-4AC9-8D39-F6A37757DB13}" dt="2026-03-12T03:13:31.442" v="25" actId="478"/>
          <ac:picMkLst>
            <pc:docMk/>
            <pc:sldMk cId="3431953712" sldId="340"/>
            <ac:picMk id="11" creationId="{2CE225EC-6478-8303-9A4C-F26FAEAEC59B}"/>
          </ac:picMkLst>
        </pc:picChg>
        <pc:picChg chg="add mod">
          <ac:chgData name="Laasya Chowdary Gudavalli" userId="b1c526a8a3c0aa02" providerId="LiveId" clId="{FA5246FC-001F-4AC9-8D39-F6A37757DB13}" dt="2026-03-12T03:21:25.837" v="53" actId="1076"/>
          <ac:picMkLst>
            <pc:docMk/>
            <pc:sldMk cId="3431953712" sldId="340"/>
            <ac:picMk id="13" creationId="{422107FD-35EA-FCC5-F7EF-0183007DAE59}"/>
          </ac:picMkLst>
        </pc:picChg>
        <pc:picChg chg="del">
          <ac:chgData name="Laasya Chowdary Gudavalli" userId="b1c526a8a3c0aa02" providerId="LiveId" clId="{FA5246FC-001F-4AC9-8D39-F6A37757DB13}" dt="2026-03-12T03:13:38.695" v="28" actId="478"/>
          <ac:picMkLst>
            <pc:docMk/>
            <pc:sldMk cId="3431953712" sldId="340"/>
            <ac:picMk id="14" creationId="{827A96D2-A915-6F94-AF56-C00A0D04E43D}"/>
          </ac:picMkLst>
        </pc:picChg>
        <pc:picChg chg="add mod">
          <ac:chgData name="Laasya Chowdary Gudavalli" userId="b1c526a8a3c0aa02" providerId="LiveId" clId="{FA5246FC-001F-4AC9-8D39-F6A37757DB13}" dt="2026-03-12T03:21:30.688" v="54" actId="1076"/>
          <ac:picMkLst>
            <pc:docMk/>
            <pc:sldMk cId="3431953712" sldId="340"/>
            <ac:picMk id="16" creationId="{CFDB155C-8786-940B-C9A5-401707880FD9}"/>
          </ac:picMkLst>
        </pc:picChg>
        <pc:picChg chg="add mod">
          <ac:chgData name="Laasya Chowdary Gudavalli" userId="b1c526a8a3c0aa02" providerId="LiveId" clId="{FA5246FC-001F-4AC9-8D39-F6A37757DB13}" dt="2026-03-12T03:21:23.563" v="52" actId="1076"/>
          <ac:picMkLst>
            <pc:docMk/>
            <pc:sldMk cId="3431953712" sldId="340"/>
            <ac:picMk id="18" creationId="{76AEE122-856E-C51D-AB12-3E8658C83001}"/>
          </ac:picMkLst>
        </pc:picChg>
      </pc:sldChg>
      <pc:sldChg chg="addSp delSp modSp mod">
        <pc:chgData name="Laasya Chowdary Gudavalli" userId="b1c526a8a3c0aa02" providerId="LiveId" clId="{FA5246FC-001F-4AC9-8D39-F6A37757DB13}" dt="2026-03-10T03:47:08.468" v="18" actId="1076"/>
        <pc:sldMkLst>
          <pc:docMk/>
          <pc:sldMk cId="2357471992" sldId="348"/>
        </pc:sldMkLst>
        <pc:picChg chg="add mod ord">
          <ac:chgData name="Laasya Chowdary Gudavalli" userId="b1c526a8a3c0aa02" providerId="LiveId" clId="{FA5246FC-001F-4AC9-8D39-F6A37757DB13}" dt="2026-03-10T03:47:06.867" v="17" actId="1076"/>
          <ac:picMkLst>
            <pc:docMk/>
            <pc:sldMk cId="2357471992" sldId="348"/>
            <ac:picMk id="8" creationId="{98885ECB-06D8-04C3-B219-412139F53449}"/>
          </ac:picMkLst>
        </pc:picChg>
        <pc:picChg chg="add mod">
          <ac:chgData name="Laasya Chowdary Gudavalli" userId="b1c526a8a3c0aa02" providerId="LiveId" clId="{FA5246FC-001F-4AC9-8D39-F6A37757DB13}" dt="2026-03-10T03:47:08.468" v="18" actId="1076"/>
          <ac:picMkLst>
            <pc:docMk/>
            <pc:sldMk cId="2357471992" sldId="348"/>
            <ac:picMk id="12" creationId="{A1BB389A-FB3F-0133-D7F1-01A8726D0F47}"/>
          </ac:picMkLst>
        </pc:picChg>
      </pc:sldChg>
      <pc:sldChg chg="addSp delSp modSp mod">
        <pc:chgData name="Laasya Chowdary Gudavalli" userId="b1c526a8a3c0aa02" providerId="LiveId" clId="{FA5246FC-001F-4AC9-8D39-F6A37757DB13}" dt="2026-03-12T03:24:26.441" v="81" actId="1076"/>
        <pc:sldMkLst>
          <pc:docMk/>
          <pc:sldMk cId="410746738" sldId="349"/>
        </pc:sldMkLst>
        <pc:spChg chg="mod">
          <ac:chgData name="Laasya Chowdary Gudavalli" userId="b1c526a8a3c0aa02" providerId="LiveId" clId="{FA5246FC-001F-4AC9-8D39-F6A37757DB13}" dt="2026-03-12T03:23:23.717" v="74" actId="14100"/>
          <ac:spMkLst>
            <pc:docMk/>
            <pc:sldMk cId="410746738" sldId="349"/>
            <ac:spMk id="2" creationId="{928FD086-5DB8-6229-F986-638F960DDFA8}"/>
          </ac:spMkLst>
        </pc:spChg>
        <pc:spChg chg="add del mod">
          <ac:chgData name="Laasya Chowdary Gudavalli" userId="b1c526a8a3c0aa02" providerId="LiveId" clId="{FA5246FC-001F-4AC9-8D39-F6A37757DB13}" dt="2026-03-12T03:13:19.021" v="20" actId="478"/>
          <ac:spMkLst>
            <pc:docMk/>
            <pc:sldMk cId="410746738" sldId="349"/>
            <ac:spMk id="7" creationId="{584F884E-952E-6B52-A55F-8B16C23F559B}"/>
          </ac:spMkLst>
        </pc:spChg>
        <pc:picChg chg="add mod">
          <ac:chgData name="Laasya Chowdary Gudavalli" userId="b1c526a8a3c0aa02" providerId="LiveId" clId="{FA5246FC-001F-4AC9-8D39-F6A37757DB13}" dt="2026-03-12T03:23:41.144" v="79" actId="1076"/>
          <ac:picMkLst>
            <pc:docMk/>
            <pc:sldMk cId="410746738" sldId="349"/>
            <ac:picMk id="9" creationId="{3663D111-AAB2-975B-0593-B35D4B5A9692}"/>
          </ac:picMkLst>
        </pc:picChg>
        <pc:picChg chg="del">
          <ac:chgData name="Laasya Chowdary Gudavalli" userId="b1c526a8a3c0aa02" providerId="LiveId" clId="{FA5246FC-001F-4AC9-8D39-F6A37757DB13}" dt="2026-03-12T03:13:10.760" v="19" actId="478"/>
          <ac:picMkLst>
            <pc:docMk/>
            <pc:sldMk cId="410746738" sldId="349"/>
            <ac:picMk id="11" creationId="{6044561E-0DAD-17E6-60BC-C4A9F1F09CD8}"/>
          </ac:picMkLst>
        </pc:picChg>
        <pc:picChg chg="add mod">
          <ac:chgData name="Laasya Chowdary Gudavalli" userId="b1c526a8a3c0aa02" providerId="LiveId" clId="{FA5246FC-001F-4AC9-8D39-F6A37757DB13}" dt="2026-03-12T03:23:10.266" v="72" actId="1076"/>
          <ac:picMkLst>
            <pc:docMk/>
            <pc:sldMk cId="410746738" sldId="349"/>
            <ac:picMk id="12" creationId="{95F76F65-7C11-205E-02CD-2A96213243BA}"/>
          </ac:picMkLst>
        </pc:picChg>
        <pc:picChg chg="add mod">
          <ac:chgData name="Laasya Chowdary Gudavalli" userId="b1c526a8a3c0aa02" providerId="LiveId" clId="{FA5246FC-001F-4AC9-8D39-F6A37757DB13}" dt="2026-03-12T03:24:26.441" v="81" actId="1076"/>
          <ac:picMkLst>
            <pc:docMk/>
            <pc:sldMk cId="410746738" sldId="349"/>
            <ac:picMk id="14" creationId="{27E34092-0FBE-0A47-B84F-E8F3AFBAE080}"/>
          </ac:picMkLst>
        </pc:picChg>
        <pc:picChg chg="del">
          <ac:chgData name="Laasya Chowdary Gudavalli" userId="b1c526a8a3c0aa02" providerId="LiveId" clId="{FA5246FC-001F-4AC9-8D39-F6A37757DB13}" dt="2026-03-12T03:13:21.011" v="21" actId="478"/>
          <ac:picMkLst>
            <pc:docMk/>
            <pc:sldMk cId="410746738" sldId="349"/>
            <ac:picMk id="15" creationId="{392F7E46-3DD5-6A36-12B3-ED6BCAE0B577}"/>
          </ac:picMkLst>
        </pc:picChg>
        <pc:picChg chg="del">
          <ac:chgData name="Laasya Chowdary Gudavalli" userId="b1c526a8a3c0aa02" providerId="LiveId" clId="{FA5246FC-001F-4AC9-8D39-F6A37757DB13}" dt="2026-03-12T03:13:24.239" v="23" actId="478"/>
          <ac:picMkLst>
            <pc:docMk/>
            <pc:sldMk cId="410746738" sldId="349"/>
            <ac:picMk id="17" creationId="{A55033BB-C03E-001C-2868-CC2FF8FF62A2}"/>
          </ac:picMkLst>
        </pc:picChg>
        <pc:picChg chg="add mod">
          <ac:chgData name="Laasya Chowdary Gudavalli" userId="b1c526a8a3c0aa02" providerId="LiveId" clId="{FA5246FC-001F-4AC9-8D39-F6A37757DB13}" dt="2026-03-12T03:23:33.136" v="76" actId="1076"/>
          <ac:picMkLst>
            <pc:docMk/>
            <pc:sldMk cId="410746738" sldId="349"/>
            <ac:picMk id="18" creationId="{F4448033-C964-DBBD-EE92-74A312C6589D}"/>
          </ac:picMkLst>
        </pc:picChg>
        <pc:picChg chg="del">
          <ac:chgData name="Laasya Chowdary Gudavalli" userId="b1c526a8a3c0aa02" providerId="LiveId" clId="{FA5246FC-001F-4AC9-8D39-F6A37757DB13}" dt="2026-03-12T03:13:22.723" v="22" actId="478"/>
          <ac:picMkLst>
            <pc:docMk/>
            <pc:sldMk cId="410746738" sldId="349"/>
            <ac:picMk id="19" creationId="{74965B2E-29E7-EB54-FF7A-08A1E8D5572D}"/>
          </ac:picMkLst>
        </pc:picChg>
        <pc:picChg chg="del">
          <ac:chgData name="Laasya Chowdary Gudavalli" userId="b1c526a8a3c0aa02" providerId="LiveId" clId="{FA5246FC-001F-4AC9-8D39-F6A37757DB13}" dt="2026-03-12T03:13:25.830" v="24" actId="478"/>
          <ac:picMkLst>
            <pc:docMk/>
            <pc:sldMk cId="410746738" sldId="349"/>
            <ac:picMk id="21" creationId="{C75F5458-CDB5-D5FD-95EC-C41DFDA55387}"/>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a:solidFill>
                  <a:srgbClr val="0070C0"/>
                </a:solidFill>
                <a:latin typeface="+mn-lt"/>
                <a:cs typeface="Arial" panose="020B0604020202020204" pitchFamily="34" charset="0"/>
              </a:rPr>
              <a:t>Title : NEXORA EVENT DYNAMIC CONNECT</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756920" y="1150130"/>
            <a:ext cx="10515600" cy="1097555"/>
          </a:xfrm>
        </p:spPr>
        <p:txBody>
          <a:bodyPr>
            <a:normAutofit fontScale="25000" lnSpcReduction="20000"/>
          </a:bodyPr>
          <a:lstStyle/>
          <a:p>
            <a:pPr marL="0" indent="0" algn="ctr">
              <a:buNone/>
            </a:pPr>
            <a:r>
              <a:rPr lang="en-US" sz="9600" dirty="0"/>
              <a:t>Student Name</a:t>
            </a:r>
            <a:r>
              <a:rPr lang="en-US" sz="9600"/>
              <a:t>: G.Laasya</a:t>
            </a:r>
            <a:r>
              <a:rPr lang="en-US" sz="9600" dirty="0"/>
              <a:t>	</a:t>
            </a:r>
          </a:p>
          <a:p>
            <a:pPr marL="0" indent="0" algn="ctr">
              <a:buNone/>
            </a:pPr>
            <a:r>
              <a:rPr lang="en-US" sz="9600" dirty="0"/>
              <a:t>Student ID</a:t>
            </a:r>
            <a:r>
              <a:rPr lang="en-US" sz="9600"/>
              <a:t>: 2520030118</a:t>
            </a:r>
            <a:endParaRPr lang="en-US" sz="2400" dirty="0"/>
          </a:p>
          <a:p>
            <a:pPr marL="0" indent="0" algn="ctr">
              <a:buNone/>
            </a:pPr>
            <a:r>
              <a:rPr lang="en-US" sz="11200" dirty="0"/>
              <a:t>Cluster: 3</a:t>
            </a:r>
          </a:p>
          <a:p>
            <a:pPr marL="0" indent="0" algn="ctr">
              <a:buNone/>
            </a:pPr>
            <a:r>
              <a:rPr lang="en-US" sz="11200" dirty="0"/>
              <a:t>Section: 11</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  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233144" y="542537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496264"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Mrs.Surekha</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2" name="Content Placeholder 1">
            <a:extLst>
              <a:ext uri="{FF2B5EF4-FFF2-40B4-BE49-F238E27FC236}">
                <a16:creationId xmlns:a16="http://schemas.microsoft.com/office/drawing/2014/main" id="{3832D695-F761-A6FB-18F7-9791733223A3}"/>
              </a:ext>
            </a:extLst>
          </p:cNvPr>
          <p:cNvSpPr>
            <a:spLocks noGrp="1" noChangeArrowheads="1"/>
          </p:cNvSpPr>
          <p:nvPr>
            <p:ph idx="1"/>
          </p:nvPr>
        </p:nvSpPr>
        <p:spPr bwMode="auto">
          <a:xfrm>
            <a:off x="724678" y="1588167"/>
            <a:ext cx="10891935"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a:t>Nexora Dynamic Event Connect is a web-based event management and booking platform.</a:t>
            </a:r>
          </a:p>
          <a:p>
            <a:r>
              <a:rPr lang="en-US" sz="1800"/>
              <a:t>It allows users to discover events, view details, and book tickets easily in one place.</a:t>
            </a:r>
          </a:p>
          <a:p>
            <a:r>
              <a:rPr lang="en-US" sz="1800"/>
              <a:t>The system provides a secure login, user-friendly dashboard, and smooth navigation.</a:t>
            </a:r>
          </a:p>
          <a:p>
            <a:r>
              <a:rPr lang="en-US" sz="1800"/>
              <a:t>It helps connect event organizers with participants through a digital platform.</a:t>
            </a:r>
          </a:p>
          <a:p>
            <a:r>
              <a:rPr lang="en-US" sz="1800"/>
              <a:t>Sorting and searching algorithms are used to arrange events and improve performance.</a:t>
            </a:r>
          </a:p>
          <a:p>
            <a:r>
              <a:rPr lang="en-US" sz="1800"/>
              <a:t>The frontend is developed using HTML, CSS, and JavaScript for a responsive interface.</a:t>
            </a:r>
          </a:p>
          <a:p>
            <a:r>
              <a:rPr lang="en-US" sz="1800"/>
              <a:t>The backend uses Java Servlets with JDBC connected to a MySQL database.</a:t>
            </a:r>
          </a:p>
          <a:p>
            <a:r>
              <a:rPr lang="en-US" sz="1800"/>
              <a:t>An admin module allows adding, updating, and deleting events.</a:t>
            </a:r>
          </a:p>
          <a:p>
            <a:r>
              <a:rPr lang="en-US" sz="1800"/>
              <a:t>The system also tracks bookings, trending events, and revenue statistics.</a:t>
            </a:r>
          </a:p>
          <a:p>
            <a:r>
              <a:rPr lang="en-US" sz="1800"/>
              <a:t>Overall, it is a scalable and efficient solution for managing and booking events.</a:t>
            </a:r>
          </a:p>
          <a:p>
            <a:pPr eaLnBrk="0" fontAlgn="base" hangingPunct="0">
              <a:lnSpc>
                <a:spcPct val="100000"/>
              </a:lnSpc>
              <a:spcBef>
                <a:spcPct val="0"/>
              </a:spcBef>
              <a:spcAft>
                <a:spcPct val="0"/>
              </a:spcAf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3" name="Content Placeholder 2">
            <a:extLst>
              <a:ext uri="{FF2B5EF4-FFF2-40B4-BE49-F238E27FC236}">
                <a16:creationId xmlns:a16="http://schemas.microsoft.com/office/drawing/2014/main" id="{F7F5B783-A49C-068A-310A-DC63574BA016}"/>
              </a:ext>
            </a:extLst>
          </p:cNvPr>
          <p:cNvSpPr>
            <a:spLocks noGrp="1" noChangeArrowheads="1"/>
          </p:cNvSpPr>
          <p:nvPr>
            <p:ph idx="1"/>
          </p:nvPr>
        </p:nvSpPr>
        <p:spPr bwMode="auto">
          <a:xfrm>
            <a:off x="666750" y="1415774"/>
            <a:ext cx="10858499"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User Registration and Login are implemented using HTML forms, CSS styling, and JavaScript validation, while DSA data structures (arrays/lists) are used to manage and store user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After login, users access a dashboard designed with HTML and CSS cards, where DSA counters and variables calculate and display Total Events and Total Bookings dynamically.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Event details such as name, venue, city/state, date, time, price, seats, and popularity are displayed using dynamic frontend layouts, while structured data collections (arrays/objects) store and organize event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Users can search events by name, city, or state through JavaScript-based search features, supported by DSA searching techniques for faster and accurate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Users can filter events by city or state using interactive frontend controls, while DSA-based filtering logic processes and displays the required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Users can sort events by price, date, or popularity, applying sorting algorithms from Data Structures and Algorithms (DSA) to organize event lists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Users can book tickets and view their booking history, where DSA data structures are used to store and manage booking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The user interface is built using HTML, CSS, and JavaScript with a gradient background and card-based design, creating </a:t>
            </a:r>
            <a:r>
              <a:rPr kumimoji="0" lang="en-US" altLang="en-US" sz="1800" b="0" i="0" u="none" strike="noStrike" cap="none" normalizeH="0" baseline="0">
                <a:ln>
                  <a:noFill/>
                </a:ln>
                <a:solidFill>
                  <a:schemeClr val="tx1"/>
                </a:solidFill>
                <a:effectLst/>
                <a:latin typeface="Arial" panose="020B0604020202020204" pitchFamily="34" charset="0"/>
              </a:rPr>
              <a:t>a simple, responsive, and user-friendly experience.</a:t>
            </a:r>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2" name="Content Placeholder 1">
            <a:extLst>
              <a:ext uri="{FF2B5EF4-FFF2-40B4-BE49-F238E27FC236}">
                <a16:creationId xmlns:a16="http://schemas.microsoft.com/office/drawing/2014/main" id="{A54C9DC3-276B-AA85-4FE8-97B92216CB30}"/>
              </a:ext>
            </a:extLst>
          </p:cNvPr>
          <p:cNvSpPr>
            <a:spLocks noGrp="1" noChangeArrowheads="1"/>
          </p:cNvSpPr>
          <p:nvPr>
            <p:ph idx="1"/>
          </p:nvPr>
        </p:nvSpPr>
        <p:spPr bwMode="auto">
          <a:xfrm>
            <a:off x="838200" y="1402569"/>
            <a:ext cx="1071309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Secure user registration and login implemented using HTML forms, CSS, and JavaScript validation, while DSA techniques manage encrypted user data in the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Persistent database (MySQL/MongoDB) stores users, events, and bookings, organized using efficient data structures.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Admin panel built with frontend technologies allows adding, editing, and deleting events, while backend logic manages event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Dynamic event display with images, categories, and details created using interactive frontend design and structured data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Advanced booking system supports real-time seat tracking and confirmations, using DSA logic to manage seat availability and bookings.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Enhanced search and filters (price range, event type, popularity, date) implemented with JavaScript UI controls and DSA searching/filtering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Sorting features and personalized recommendations apply sorting algorithms for better user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Analytics dashboard shows booking trends, revenue, and popular events using data processing and visualization.</a:t>
            </a:r>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838200" y="1493134"/>
            <a:ext cx="10515600" cy="4863216"/>
          </a:xfrm>
        </p:spPr>
        <p:txBody>
          <a:bodyPr>
            <a:normAutofit fontScale="32500" lnSpcReduction="20000"/>
          </a:bodyPr>
          <a:lstStyle/>
          <a:p>
            <a:r>
              <a:rPr lang="en-IN" sz="5500"/>
              <a:t>User Interface (UI)</a:t>
            </a:r>
          </a:p>
          <a:p>
            <a:r>
              <a:rPr lang="en-IN" sz="5500"/>
              <a:t>HTML pages (loginBox, registerBox, dashboard)</a:t>
            </a:r>
          </a:p>
          <a:p>
            <a:r>
              <a:rPr lang="en-IN" sz="5500"/>
              <a:t>CSS for styling: gradients, cards, buttons, forms</a:t>
            </a:r>
          </a:p>
          <a:p>
            <a:r>
              <a:rPr lang="en-IN" sz="5500"/>
              <a:t>Frontend Logic (JavaScript)</a:t>
            </a:r>
          </a:p>
          <a:p>
            <a:r>
              <a:rPr lang="en-IN" sz="5500"/>
              <a:t>Handles user interactions: login, registration, logout</a:t>
            </a:r>
          </a:p>
          <a:p>
            <a:r>
              <a:rPr lang="en-IN" sz="5500"/>
              <a:t>Displays events dynamically</a:t>
            </a:r>
          </a:p>
          <a:p>
            <a:r>
              <a:rPr lang="en-IN" sz="5500"/>
              <a:t>Implements search, filter, sort, and booking functions</a:t>
            </a:r>
          </a:p>
          <a:p>
            <a:r>
              <a:rPr lang="en-IN" sz="5500"/>
              <a:t>Data Storage (Temporary in JS arrays)</a:t>
            </a:r>
          </a:p>
          <a:p>
            <a:r>
              <a:rPr lang="en-IN" sz="5500"/>
              <a:t>users[] → stores usernames &amp; passwords</a:t>
            </a:r>
          </a:p>
          <a:p>
            <a:r>
              <a:rPr lang="en-IN" sz="5500"/>
              <a:t>bookings[] → stores booking history</a:t>
            </a:r>
          </a:p>
          <a:p>
            <a:r>
              <a:rPr lang="en-IN" sz="5500"/>
              <a:t>events[] → stores predefined events with details</a:t>
            </a:r>
          </a:p>
          <a:p>
            <a:r>
              <a:rPr lang="en-IN" sz="5500"/>
              <a:t>Dashboard Rendering</a:t>
            </a:r>
          </a:p>
          <a:p>
            <a:r>
              <a:rPr lang="en-IN" sz="5500"/>
              <a:t>Updates total events, total bookings</a:t>
            </a:r>
          </a:p>
          <a:p>
            <a:r>
              <a:rPr lang="en-IN" sz="5500"/>
              <a:t>Shows booking history</a:t>
            </a:r>
          </a:p>
          <a:p>
            <a:r>
              <a:rPr lang="en-IN" sz="5500"/>
              <a:t>Displays filtered/sorted events</a:t>
            </a:r>
          </a:p>
          <a:p>
            <a:pPr marL="228600" indent="-228600" algn="just">
              <a:lnSpc>
                <a:spcPct val="100000"/>
              </a:lnSpc>
              <a:spcBef>
                <a:spcPts val="200"/>
              </a:spcBef>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137756"/>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a:xfrm>
            <a:off x="838200" y="1362269"/>
            <a:ext cx="10515600" cy="5130606"/>
          </a:xfrm>
        </p:spPr>
        <p:txBody>
          <a:bodyPr>
            <a:normAutofit fontScale="77500" lnSpcReduction="20000"/>
          </a:bodyPr>
          <a:lstStyle/>
          <a:p>
            <a:r>
              <a:rPr lang="en-US" sz="2400"/>
              <a:t>Module 1: Authentication — Login and Register system using HTML forms and JavaScript validation; user session maintained with dashboard access and logout functionality.</a:t>
            </a:r>
          </a:p>
          <a:p>
            <a:r>
              <a:rPr lang="en-US" sz="2400"/>
              <a:t>Module 2: Event Data Management — Dynamic event dataset generation for multiple festivals across different states and cities; structured event objects store name, venue, price, date, seats, and popularity.</a:t>
            </a:r>
          </a:p>
          <a:p>
            <a:r>
              <a:rPr lang="en-US" sz="2400"/>
              <a:t>Module 3: Dashboard Overview — User dashboard with welcome navbar, stat cards for Total Events and Total Bookings, and dynamic DOM updates.</a:t>
            </a:r>
          </a:p>
          <a:p>
            <a:r>
              <a:rPr lang="en-US" sz="2400"/>
              <a:t>Module 4: Event Discovery — Search functionality to find events by name, city, or state, using filtering operations on the event dataset.</a:t>
            </a:r>
          </a:p>
          <a:p>
            <a:r>
              <a:rPr lang="en-US" sz="2400"/>
              <a:t>Module 5: Location Filtering — State and city dropdown filters with dynamically populated city lists for location-based event browsing.</a:t>
            </a:r>
          </a:p>
          <a:p>
            <a:r>
              <a:rPr lang="en-US" sz="2400"/>
              <a:t>Module 6: Event Sorting — Sorting algorithms applied to arrange events by price, date, or popularity for better event discovery.</a:t>
            </a:r>
          </a:p>
          <a:p>
            <a:r>
              <a:rPr lang="en-US" sz="2400"/>
              <a:t>Module 7: Ticket Booking System — Users can book tickets, seats are reduced dynamically, and booking records are stored in a booking list.</a:t>
            </a:r>
          </a:p>
          <a:p>
            <a:r>
              <a:rPr lang="en-US" sz="2400"/>
              <a:t>Module 8: Booking History — Displays user booking history with dynamically updated event list and booking counters.</a:t>
            </a:r>
          </a:p>
          <a:p>
            <a:r>
              <a:rPr lang="en-US" sz="2400"/>
              <a:t>Module 9: UI &amp; Responsive Design — Modern interface built with HTML, CSS, and JavaScript, featuring cards, gradient backgrounds, interactive buttons, and responsive layout.</a:t>
            </a:r>
          </a:p>
          <a:p>
            <a:pPr marL="228600" indent="-228600" algn="just">
              <a:lnSpc>
                <a:spcPct val="100000"/>
              </a:lnSpc>
              <a:spcBef>
                <a:spcPts val="200"/>
              </a:spcBef>
            </a:pP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5DD5767F-A13D-5C73-2B18-AB466611D47C}"/>
              </a:ext>
            </a:extLst>
          </p:cNvPr>
          <p:cNvSpPr>
            <a:spLocks noGrp="1" noChangeArrowheads="1"/>
          </p:cNvSpPr>
          <p:nvPr>
            <p:ph idx="1"/>
          </p:nvPr>
        </p:nvSpPr>
        <p:spPr bwMode="auto">
          <a:xfrm>
            <a:off x="951722" y="1493135"/>
            <a:ext cx="10599575" cy="4694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develop a user-friendly web interface using HTML, CSS, and JavaScript for easy navigation and interaction with the event booking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implement secure user authentication with registration and login functionality, ensuring proper management of user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store and manage event and booking information using data structures such as arrays and objects for efficient data handling.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apply searching algorithms that allow users to quickly find events by name, city, or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implement sorting algorithms to arrange events based on price, date, and popularity for better event discovery.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design a dynamic dashboard that displays total events and total bookings using JavaScript DOM manipulation.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develop an efficient ticket booking system where seat availability is updated dynamically after each booking.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enhance user experience through responsive design and interactive UI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To demonstrate the practical integration of Data Structures and Algorithms with modern web technologies in a real-world event management application.</a:t>
            </a:r>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a:xfrm>
            <a:off x="838200" y="1568291"/>
            <a:ext cx="10515600" cy="4351338"/>
          </a:xfrm>
        </p:spPr>
        <p:txBody>
          <a:bodyPr>
            <a:normAutofit fontScale="92500"/>
          </a:bodyPr>
          <a:lstStyle/>
          <a:p>
            <a:r>
              <a:rPr lang="en-US" sz="2400"/>
              <a:t>CO1: Apply Internet fundamentals, HTML, and introductory CSS styling to create the website layout, including login/register forms, dashboard, and event cards.</a:t>
            </a:r>
          </a:p>
          <a:p>
            <a:r>
              <a:rPr lang="en-US" sz="2400"/>
              <a:t>CO2: Apply HTML forms, semantic tags, and CSS layouts to design structured and responsive pages like registration forms, event listings, filters, and the dashboard interface.</a:t>
            </a:r>
          </a:p>
          <a:p>
            <a:r>
              <a:rPr lang="en-US" sz="2400"/>
              <a:t>CO3: Apply JavaScript programming essentials to implement functionalities such as user registration/login, event data handling, and ticket booking.</a:t>
            </a:r>
          </a:p>
          <a:p>
            <a:r>
              <a:rPr lang="en-US" sz="2400"/>
              <a:t>CO4: Apply JavaScript interactivity and DOM manipulation to make the website dynamic and interactive: filtering/searching events, sorting, updating booking history, and real-time stats.</a:t>
            </a:r>
          </a:p>
          <a:p>
            <a:r>
              <a:rPr lang="en-US" sz="2400"/>
              <a:t>CO5: Apply advanced web development concepts for further enhancements, including form validation, localStorage for user persistence, and deploying the website for users.</a:t>
            </a:r>
          </a:p>
          <a:p>
            <a:pPr marL="0" indent="0">
              <a:buNone/>
            </a:pPr>
            <a:endParaRPr lang="en-US" dirty="0"/>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1009409" y="1390262"/>
            <a:ext cx="10515600" cy="4966088"/>
          </a:xfrm>
        </p:spPr>
        <p:txBody>
          <a:bodyPr>
            <a:noAutofit/>
          </a:bodyPr>
          <a:lstStyle/>
          <a:p>
            <a:r>
              <a:rPr lang="en-US" sz="2200"/>
              <a:t>CO1: Searching and Sorting</a:t>
            </a:r>
          </a:p>
          <a:p>
            <a:r>
              <a:rPr lang="en-US" sz="2200"/>
              <a:t>Implemented search functionality to find events by name, city, or state.</a:t>
            </a:r>
          </a:p>
          <a:p>
            <a:r>
              <a:rPr lang="en-US" sz="2200"/>
              <a:t>Applied sorting algorithms to arrange events by price, date, and popularity.</a:t>
            </a:r>
          </a:p>
          <a:p>
            <a:r>
              <a:rPr lang="en-US" sz="2200"/>
              <a:t>CO2: Lists (ADT)</a:t>
            </a:r>
          </a:p>
          <a:p>
            <a:r>
              <a:rPr lang="en-US" sz="2200"/>
              <a:t>Used arrays and objects to store and manage users, events, and bookings.</a:t>
            </a:r>
          </a:p>
          <a:p>
            <a:r>
              <a:rPr lang="en-US" sz="2200"/>
              <a:t>Enabled insertion, deletion, and traversal operations on event and booking data.</a:t>
            </a:r>
          </a:p>
          <a:p>
            <a:r>
              <a:rPr lang="en-US" sz="2200"/>
              <a:t>CO3: Stacks and Queues</a:t>
            </a:r>
          </a:p>
          <a:p>
            <a:r>
              <a:rPr lang="en-US" sz="2200"/>
              <a:t>Managed booking history in sequential order, similar to queue operations.</a:t>
            </a:r>
          </a:p>
          <a:p>
            <a:r>
              <a:rPr lang="en-US" sz="2200"/>
              <a:t>Processed booking records dynamically when users book tickets.</a:t>
            </a:r>
          </a:p>
          <a:p>
            <a:r>
              <a:rPr lang="en-US" sz="2200"/>
              <a:t>CO4: Hashing</a:t>
            </a:r>
          </a:p>
          <a:p>
            <a:r>
              <a:rPr lang="en-US" sz="2200"/>
              <a:t>Implemented state–city mapping structure for fast data retrieval.</a:t>
            </a:r>
          </a:p>
          <a:p>
            <a:r>
              <a:rPr lang="en-US" sz="2200"/>
              <a:t>Enabled efficient lookup of cities based on selected states.</a:t>
            </a: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9" name="Picture 8">
            <a:extLst>
              <a:ext uri="{FF2B5EF4-FFF2-40B4-BE49-F238E27FC236}">
                <a16:creationId xmlns:a16="http://schemas.microsoft.com/office/drawing/2014/main" id="{4CE5ADD2-A289-F933-B15E-CF3AAA30D496}"/>
              </a:ext>
            </a:extLst>
          </p:cNvPr>
          <p:cNvPicPr>
            <a:picLocks noChangeAspect="1"/>
          </p:cNvPicPr>
          <p:nvPr/>
        </p:nvPicPr>
        <p:blipFill>
          <a:blip r:embed="rId2"/>
          <a:stretch>
            <a:fillRect/>
          </a:stretch>
        </p:blipFill>
        <p:spPr>
          <a:xfrm>
            <a:off x="223933" y="3331984"/>
            <a:ext cx="6215069" cy="2292880"/>
          </a:xfrm>
          <a:prstGeom prst="rect">
            <a:avLst/>
          </a:prstGeom>
        </p:spPr>
      </p:pic>
      <p:pic>
        <p:nvPicPr>
          <p:cNvPr id="13" name="Picture 12">
            <a:extLst>
              <a:ext uri="{FF2B5EF4-FFF2-40B4-BE49-F238E27FC236}">
                <a16:creationId xmlns:a16="http://schemas.microsoft.com/office/drawing/2014/main" id="{422107FD-35EA-FCC5-F7EF-0183007DAE59}"/>
              </a:ext>
            </a:extLst>
          </p:cNvPr>
          <p:cNvPicPr>
            <a:picLocks noChangeAspect="1"/>
          </p:cNvPicPr>
          <p:nvPr/>
        </p:nvPicPr>
        <p:blipFill>
          <a:blip r:embed="rId3"/>
          <a:stretch>
            <a:fillRect/>
          </a:stretch>
        </p:blipFill>
        <p:spPr>
          <a:xfrm>
            <a:off x="5276417" y="2422173"/>
            <a:ext cx="6887323" cy="887210"/>
          </a:xfrm>
          <a:prstGeom prst="rect">
            <a:avLst/>
          </a:prstGeom>
        </p:spPr>
      </p:pic>
      <p:pic>
        <p:nvPicPr>
          <p:cNvPr id="16" name="Picture 15">
            <a:extLst>
              <a:ext uri="{FF2B5EF4-FFF2-40B4-BE49-F238E27FC236}">
                <a16:creationId xmlns:a16="http://schemas.microsoft.com/office/drawing/2014/main" id="{CFDB155C-8786-940B-C9A5-401707880FD9}"/>
              </a:ext>
            </a:extLst>
          </p:cNvPr>
          <p:cNvPicPr>
            <a:picLocks noChangeAspect="1"/>
          </p:cNvPicPr>
          <p:nvPr/>
        </p:nvPicPr>
        <p:blipFill>
          <a:blip r:embed="rId4"/>
          <a:stretch>
            <a:fillRect/>
          </a:stretch>
        </p:blipFill>
        <p:spPr>
          <a:xfrm>
            <a:off x="5166938" y="5350061"/>
            <a:ext cx="6996802" cy="1006289"/>
          </a:xfrm>
          <a:prstGeom prst="rect">
            <a:avLst/>
          </a:prstGeom>
        </p:spPr>
      </p:pic>
      <p:pic>
        <p:nvPicPr>
          <p:cNvPr id="18" name="Picture 17">
            <a:extLst>
              <a:ext uri="{FF2B5EF4-FFF2-40B4-BE49-F238E27FC236}">
                <a16:creationId xmlns:a16="http://schemas.microsoft.com/office/drawing/2014/main" id="{76AEE122-856E-C51D-AB12-3E8658C83001}"/>
              </a:ext>
            </a:extLst>
          </p:cNvPr>
          <p:cNvPicPr>
            <a:picLocks noChangeAspect="1"/>
          </p:cNvPicPr>
          <p:nvPr/>
        </p:nvPicPr>
        <p:blipFill>
          <a:blip r:embed="rId5"/>
          <a:stretch>
            <a:fillRect/>
          </a:stretch>
        </p:blipFill>
        <p:spPr>
          <a:xfrm>
            <a:off x="408637" y="1329713"/>
            <a:ext cx="4813041" cy="1796530"/>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73B78-D028-E0C7-2026-8F113EC19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FD086-5DB8-6229-F986-638F960DDFA8}"/>
              </a:ext>
            </a:extLst>
          </p:cNvPr>
          <p:cNvSpPr>
            <a:spLocks noGrp="1"/>
          </p:cNvSpPr>
          <p:nvPr>
            <p:ph type="title"/>
          </p:nvPr>
        </p:nvSpPr>
        <p:spPr>
          <a:xfrm>
            <a:off x="1586204" y="-354562"/>
            <a:ext cx="9767596" cy="1863934"/>
          </a:xfrm>
        </p:spPr>
        <p:txBody>
          <a:bodyPr/>
          <a:lstStyle/>
          <a:p>
            <a:r>
              <a:rPr lang="en-US" dirty="0"/>
              <a:t>Screenshots for FWD &amp; DSA</a:t>
            </a:r>
          </a:p>
        </p:txBody>
      </p:sp>
      <p:sp>
        <p:nvSpPr>
          <p:cNvPr id="4" name="Date Placeholder 3">
            <a:extLst>
              <a:ext uri="{FF2B5EF4-FFF2-40B4-BE49-F238E27FC236}">
                <a16:creationId xmlns:a16="http://schemas.microsoft.com/office/drawing/2014/main" id="{6C61157C-F794-1A00-294C-7E0A4B79882F}"/>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501DB3E6-AA94-F88E-2A98-F00B6B581D1B}"/>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D187ADC2-D83D-697B-714C-60122E963F9C}"/>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9" name="Picture 8">
            <a:extLst>
              <a:ext uri="{FF2B5EF4-FFF2-40B4-BE49-F238E27FC236}">
                <a16:creationId xmlns:a16="http://schemas.microsoft.com/office/drawing/2014/main" id="{3663D111-AAB2-975B-0593-B35D4B5A9692}"/>
              </a:ext>
            </a:extLst>
          </p:cNvPr>
          <p:cNvPicPr>
            <a:picLocks noChangeAspect="1"/>
          </p:cNvPicPr>
          <p:nvPr/>
        </p:nvPicPr>
        <p:blipFill>
          <a:blip r:embed="rId2"/>
          <a:stretch>
            <a:fillRect/>
          </a:stretch>
        </p:blipFill>
        <p:spPr>
          <a:xfrm>
            <a:off x="6223519" y="1548269"/>
            <a:ext cx="4637314" cy="2090057"/>
          </a:xfrm>
          <a:prstGeom prst="rect">
            <a:avLst/>
          </a:prstGeom>
        </p:spPr>
      </p:pic>
      <p:pic>
        <p:nvPicPr>
          <p:cNvPr id="12" name="Picture 11">
            <a:extLst>
              <a:ext uri="{FF2B5EF4-FFF2-40B4-BE49-F238E27FC236}">
                <a16:creationId xmlns:a16="http://schemas.microsoft.com/office/drawing/2014/main" id="{95F76F65-7C11-205E-02CD-2A96213243BA}"/>
              </a:ext>
            </a:extLst>
          </p:cNvPr>
          <p:cNvPicPr>
            <a:picLocks noChangeAspect="1"/>
          </p:cNvPicPr>
          <p:nvPr/>
        </p:nvPicPr>
        <p:blipFill>
          <a:blip r:embed="rId3"/>
          <a:stretch>
            <a:fillRect/>
          </a:stretch>
        </p:blipFill>
        <p:spPr>
          <a:xfrm>
            <a:off x="543978" y="4054996"/>
            <a:ext cx="3671904" cy="2301354"/>
          </a:xfrm>
          <a:prstGeom prst="rect">
            <a:avLst/>
          </a:prstGeom>
        </p:spPr>
      </p:pic>
      <p:pic>
        <p:nvPicPr>
          <p:cNvPr id="14" name="Picture 13">
            <a:extLst>
              <a:ext uri="{FF2B5EF4-FFF2-40B4-BE49-F238E27FC236}">
                <a16:creationId xmlns:a16="http://schemas.microsoft.com/office/drawing/2014/main" id="{27E34092-0FBE-0A47-B84F-E8F3AFBAE080}"/>
              </a:ext>
            </a:extLst>
          </p:cNvPr>
          <p:cNvPicPr>
            <a:picLocks noChangeAspect="1"/>
          </p:cNvPicPr>
          <p:nvPr/>
        </p:nvPicPr>
        <p:blipFill>
          <a:blip r:embed="rId4"/>
          <a:stretch>
            <a:fillRect/>
          </a:stretch>
        </p:blipFill>
        <p:spPr>
          <a:xfrm>
            <a:off x="5689040" y="3929201"/>
            <a:ext cx="5706271" cy="2429214"/>
          </a:xfrm>
          <a:prstGeom prst="rect">
            <a:avLst/>
          </a:prstGeom>
        </p:spPr>
      </p:pic>
      <p:pic>
        <p:nvPicPr>
          <p:cNvPr id="18" name="Picture 17">
            <a:extLst>
              <a:ext uri="{FF2B5EF4-FFF2-40B4-BE49-F238E27FC236}">
                <a16:creationId xmlns:a16="http://schemas.microsoft.com/office/drawing/2014/main" id="{F4448033-C964-DBBD-EE92-74A312C6589D}"/>
              </a:ext>
            </a:extLst>
          </p:cNvPr>
          <p:cNvPicPr>
            <a:picLocks noChangeAspect="1"/>
          </p:cNvPicPr>
          <p:nvPr/>
        </p:nvPicPr>
        <p:blipFill>
          <a:blip r:embed="rId5"/>
          <a:stretch>
            <a:fillRect/>
          </a:stretch>
        </p:blipFill>
        <p:spPr>
          <a:xfrm>
            <a:off x="256388" y="1168006"/>
            <a:ext cx="5261892" cy="2722298"/>
          </a:xfrm>
          <a:prstGeom prst="rect">
            <a:avLst/>
          </a:prstGeom>
        </p:spPr>
      </p:pic>
    </p:spTree>
    <p:extLst>
      <p:ext uri="{BB962C8B-B14F-4D97-AF65-F5344CB8AC3E}">
        <p14:creationId xmlns:p14="http://schemas.microsoft.com/office/powerpoint/2010/main" val="410746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92500"/>
          </a:bodyPr>
          <a:lstStyle/>
          <a:p>
            <a:pPr algn="just">
              <a:lnSpc>
                <a:spcPct val="100000"/>
              </a:lnSpc>
              <a:spcBef>
                <a:spcPts val="200"/>
              </a:spcBef>
            </a:pPr>
            <a:r>
              <a:rPr lang="en-US" sz="2400"/>
              <a:t>The Nexora Dynamic Event Connect website is a fully functional platform designed to manage events efficiently in a digital environment. It allows users to register, browse events, book tickets, and manage their booking history in an organized and user-friendly manner. The project uses Front-End Web Development technologies such as HTML, CSS, and JavaScript to create a responsive and interactive interface that works smoothly across different devices. At the same time, it demonstrates the practical application of Data Structures and Algorithms, where arrays and objects are used to manage event and booking data, and searching and sorting techniques help users quickly find and organize events based on price, date, and popularity. By combining efficient data handling with an attractive and responsive user interface, the project shows how DSA concepts and modern web technologies can work together to build a scalable, efficient, and engaging event management system.</a:t>
            </a:r>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8" name="Content Placeholder 7">
            <a:extLst>
              <a:ext uri="{FF2B5EF4-FFF2-40B4-BE49-F238E27FC236}">
                <a16:creationId xmlns:a16="http://schemas.microsoft.com/office/drawing/2014/main" id="{98885ECB-06D8-04C3-B219-412139F53449}"/>
              </a:ext>
            </a:extLst>
          </p:cNvPr>
          <p:cNvPicPr>
            <a:picLocks noGrp="1" noChangeAspect="1"/>
          </p:cNvPicPr>
          <p:nvPr>
            <p:ph idx="1"/>
          </p:nvPr>
        </p:nvPicPr>
        <p:blipFill>
          <a:blip r:embed="rId2"/>
          <a:stretch>
            <a:fillRect/>
          </a:stretch>
        </p:blipFill>
        <p:spPr>
          <a:xfrm>
            <a:off x="1222569" y="1940766"/>
            <a:ext cx="4717662" cy="3538246"/>
          </a:xfrm>
          <a:prstGeom prst="rect">
            <a:avLst/>
          </a:prstGeom>
        </p:spPr>
      </p:pic>
      <p:pic>
        <p:nvPicPr>
          <p:cNvPr id="12" name="Picture 11">
            <a:extLst>
              <a:ext uri="{FF2B5EF4-FFF2-40B4-BE49-F238E27FC236}">
                <a16:creationId xmlns:a16="http://schemas.microsoft.com/office/drawing/2014/main" id="{A1BB389A-FB3F-0133-D7F1-01A8726D0F47}"/>
              </a:ext>
            </a:extLst>
          </p:cNvPr>
          <p:cNvPicPr>
            <a:picLocks noChangeAspect="1"/>
          </p:cNvPicPr>
          <p:nvPr/>
        </p:nvPicPr>
        <p:blipFill>
          <a:blip r:embed="rId3"/>
          <a:stretch>
            <a:fillRect/>
          </a:stretch>
        </p:blipFill>
        <p:spPr>
          <a:xfrm>
            <a:off x="6444602" y="1940766"/>
            <a:ext cx="4717662" cy="3538247"/>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3917</TotalTime>
  <Words>1787</Words>
  <Application>Microsoft Office PowerPoint</Application>
  <PresentationFormat>Widescreen</PresentationFormat>
  <Paragraphs>176</Paragraphs>
  <Slides>16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Calibri Light</vt:lpstr>
      <vt:lpstr>Google Sans</vt:lpstr>
      <vt:lpstr>Times New Roman</vt:lpstr>
      <vt:lpstr>Office Theme</vt:lpstr>
      <vt:lpstr>Custom Design</vt:lpstr>
      <vt:lpstr>INSTRUCTIONS</vt:lpstr>
      <vt:lpstr>Title : NEXORA EVENT DYNAMIC CONNECT</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&amp; DSA</vt:lpstr>
      <vt:lpstr>Screenshots for FWD &amp; DSA</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Laasya Chowdary Gudavalli</cp:lastModifiedBy>
  <cp:revision>54</cp:revision>
  <dcterms:created xsi:type="dcterms:W3CDTF">2022-05-20T10:20:31Z</dcterms:created>
  <dcterms:modified xsi:type="dcterms:W3CDTF">2026-03-12T03:24:37Z</dcterms:modified>
</cp:coreProperties>
</file>